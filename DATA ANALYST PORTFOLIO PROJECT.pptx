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82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2D2AD-5ED8-54CD-6753-78075BDD3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CDD24-4E25-D221-6F62-CD2B2D8B0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AFECD-1BE1-D2FB-CABD-9022566F7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5814-BA2B-425E-9A9D-56F3B26EAAF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79ADD-B383-D82E-AEFD-07A207F02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04824-4DEE-D652-A693-0693206C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CC90-1529-4A67-9116-D492AFB34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268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12803-92D9-BCB2-7B01-544B60824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98340-B6EB-D30F-AD10-901B6FF40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6FB12-0EF3-785B-8E04-E2EB2E138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5814-BA2B-425E-9A9D-56F3B26EAAF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F9139-C1A0-D623-E5E6-FAA991A76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2D793-21A0-0E41-35C8-10147D156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CC90-1529-4A67-9116-D492AFB34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414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13DF8-E4A7-6892-B7F2-FBB94BC8B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2A789-76C0-F6B4-0F99-88DCFD567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B2DE6-546F-2732-6B81-91F745A3C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5814-BA2B-425E-9A9D-56F3B26EAAF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C9033-61B2-D1CE-9A77-2CFC4F8B7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3DDCC-5225-ED79-3AD9-76401D1CD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CC90-1529-4A67-9116-D492AFB34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885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C7164-91D2-CA23-BD35-6657FF72F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33503-6477-0D83-B300-9F3016A1F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7FF3DB-5D18-771B-34F2-356511676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09C30-3795-1C32-1782-3EFAD6FC1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5814-BA2B-425E-9A9D-56F3B26EAAF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CBF84-2881-2EFD-3BA0-A1C5E7E5F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F08F2-4FB3-DE28-F17B-560A85C9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CC90-1529-4A67-9116-D492AFB34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040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605D2-B55B-80EE-DCF8-B972D9491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DC056-7F7D-50EA-83CD-61E22AC0A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E7CD8-4F0B-727F-8A48-DDDC89A30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76FB9-6713-A76D-7759-D41C6C9B28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6A1768-7C9B-E7B3-C572-AD1D238B51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70067-3BA9-F7EE-67BD-D3E2A60E5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5814-BA2B-425E-9A9D-56F3B26EAAF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731CAB-51A6-72FD-B680-0BD35285E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C4A720-2DC7-6004-D172-00E8B562D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CC90-1529-4A67-9116-D492AFB34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209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8BC1E-E7AA-6E81-DA36-44848AE35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518D2B-74BF-B20B-206E-FC4F4B0DD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5814-BA2B-425E-9A9D-56F3B26EAAF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5F67BA-C21A-CCAC-4E67-83B35A649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2E797-E667-BEBF-695F-E3B0DB183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CC90-1529-4A67-9116-D492AFB34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274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D23A66-5F83-72DB-E8D6-D7C44BE92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5814-BA2B-425E-9A9D-56F3B26EAAF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D76613-A670-6C6C-CA75-DF875BCC0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11DFE-3693-EB47-A15B-DC53C0C0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CC90-1529-4A67-9116-D492AFB34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160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5942C-6F98-BCF2-51D2-B7FEA1566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8A839-80D8-816D-DC93-7298E9402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BEE1C-3E6B-216D-3EC4-FD4CF23DB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71703-4431-DD8B-32BD-D0303F30E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5814-BA2B-425E-9A9D-56F3B26EAAF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00682-7191-38A6-E72C-EE66D1999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44A622-3BE0-82C7-B9BA-20C03FF08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CC90-1529-4A67-9116-D492AFB34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48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E38CD-C13B-E251-7B5A-B667B9611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CCFA15-577B-D8E8-5A0C-2D0B095B74D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51BF6-FF74-175E-8397-F8477E6407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D7EFE-997B-2422-D2BF-CA0741AB4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5814-BA2B-425E-9A9D-56F3B26EAAF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F764E8-C3EB-3D70-D51F-F10A5E4C5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F3852-831F-8B46-7249-930884A7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CC90-1529-4A67-9116-D492AFB34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771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7B64-33B3-D96E-0E79-97E0AAC50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5EB504-F8D7-C716-9CB8-B2F330763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85B4C-C1E7-8D36-9437-BAFAEF933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5814-BA2B-425E-9A9D-56F3B26EAAF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AD2C7-850A-EE4E-FCD2-9C0CC295E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3BE31-E910-C1C3-167A-2187EBAF5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CC90-1529-4A67-9116-D492AFB34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645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ABDF90-63FA-6F57-2411-47C9CE4471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40930-83AF-650B-5EAC-D13237CB8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21AAC-75CE-250E-315D-0BE48A5D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5814-BA2B-425E-9A9D-56F3B26EAAF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35946-D5D4-E127-57C1-D04B3B9C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CA8C1-159A-B44B-004B-21880A00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CC90-1529-4A67-9116-D492AFB34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57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24CAF9-6E01-0A7A-7521-EDF551AAC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E0426-09A0-D122-DDDF-A16D3F509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8259F-DBB9-B2FB-2FE0-CDC142FB5F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25814-BA2B-425E-9A9D-56F3B26EAAF2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B6AE3-D0EE-38B5-769C-E8C2BB878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54458-2917-B4A1-CC19-49D481B8D5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34CC90-1529-4A67-9116-D492AFB34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804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8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06B9D-A2EE-825E-C1B0-EBEE74138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0394"/>
            <a:ext cx="12192000" cy="700444"/>
          </a:xfrm>
        </p:spPr>
        <p:txBody>
          <a:bodyPr>
            <a:normAutofit/>
          </a:bodyPr>
          <a:lstStyle/>
          <a:p>
            <a:r>
              <a:rPr lang="en-US" sz="3600" dirty="0"/>
              <a:t>DATA ANALYST PORTFOLIO PROJECT</a:t>
            </a:r>
            <a:endParaRPr lang="en-IN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669452-8B7D-4D2F-B0B0-D9A954135051}"/>
              </a:ext>
            </a:extLst>
          </p:cNvPr>
          <p:cNvSpPr txBox="1"/>
          <p:nvPr/>
        </p:nvSpPr>
        <p:spPr>
          <a:xfrm>
            <a:off x="4745599" y="2260682"/>
            <a:ext cx="2476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92D050"/>
                </a:solidFill>
                <a:latin typeface="Lato Black" panose="020F0A02020204030203" pitchFamily="34" charset="0"/>
              </a:rPr>
              <a:t>PART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16F28A-7B45-D680-E70B-5E750F347578}"/>
              </a:ext>
            </a:extLst>
          </p:cNvPr>
          <p:cNvSpPr txBox="1"/>
          <p:nvPr/>
        </p:nvSpPr>
        <p:spPr>
          <a:xfrm>
            <a:off x="475890" y="1022928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18E42C-ADC0-2072-F02B-C5DD019D97C2}"/>
              </a:ext>
            </a:extLst>
          </p:cNvPr>
          <p:cNvSpPr txBox="1"/>
          <p:nvPr/>
        </p:nvSpPr>
        <p:spPr>
          <a:xfrm>
            <a:off x="2903456" y="3293972"/>
            <a:ext cx="62311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MYSQL SERVER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6D1C93A-1181-00B4-B40E-95C6C6BC1C4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7753" y="4870732"/>
            <a:ext cx="2395930" cy="1735517"/>
          </a:xfrm>
          <a:prstGeom prst="rect">
            <a:avLst/>
          </a:prstGeom>
        </p:spPr>
      </p:pic>
      <p:pic>
        <p:nvPicPr>
          <p:cNvPr id="17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226B6738-C72F-E61A-55C2-292267E0B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209" y="4844417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1299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8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0279C2-38FC-BA8E-4F47-CBF52CCFD688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487A71-BC72-4495-6774-99DAA43C271C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pic>
        <p:nvPicPr>
          <p:cNvPr id="10" name="Picture 18" descr="Data Import / Export through files — CMDBuild">
            <a:extLst>
              <a:ext uri="{FF2B5EF4-FFF2-40B4-BE49-F238E27FC236}">
                <a16:creationId xmlns:a16="http://schemas.microsoft.com/office/drawing/2014/main" id="{7CAFB20C-40E4-6BE3-40F5-55EAC8CAB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08610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88703E-1C9F-392D-0A71-0D6AF41E7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566" y="1161546"/>
            <a:ext cx="7298573" cy="4253476"/>
          </a:xfrm>
          <a:prstGeom prst="rect">
            <a:avLst/>
          </a:prstGeom>
        </p:spPr>
      </p:pic>
      <p:pic>
        <p:nvPicPr>
          <p:cNvPr id="14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7410A03E-1015-CFE5-176A-62AF3E742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05C5C24-3A88-4D82-8AA4-7938A497D1E2}"/>
              </a:ext>
            </a:extLst>
          </p:cNvPr>
          <p:cNvSpPr txBox="1"/>
          <p:nvPr/>
        </p:nvSpPr>
        <p:spPr>
          <a:xfrm>
            <a:off x="5035851" y="71144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MySQL SERVER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2E33499-D280-8FB7-5B04-379731979F3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665" y="274544"/>
            <a:ext cx="1166975" cy="62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0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8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EF4CBF-5A48-DA5E-F001-AA947CFC7989}"/>
              </a:ext>
            </a:extLst>
          </p:cNvPr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CREATING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39983E-CE66-7764-47AA-DDB932326BC4}"/>
              </a:ext>
            </a:extLst>
          </p:cNvPr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DB</a:t>
            </a:r>
          </a:p>
        </p:txBody>
      </p:sp>
      <p:pic>
        <p:nvPicPr>
          <p:cNvPr id="9" name="Picture 2" descr="Add, create, database, hd, new, plus, server icon - Download on Iconfinder">
            <a:extLst>
              <a:ext uri="{FF2B5EF4-FFF2-40B4-BE49-F238E27FC236}">
                <a16:creationId xmlns:a16="http://schemas.microsoft.com/office/drawing/2014/main" id="{6ED8CB08-A137-A6FE-5D11-0C57452E9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27" y="2708337"/>
            <a:ext cx="2839528" cy="28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74CDC8-969E-88F9-E0AC-E33F82E52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566" y="1161546"/>
            <a:ext cx="7298573" cy="4253476"/>
          </a:xfrm>
          <a:prstGeom prst="rect">
            <a:avLst/>
          </a:prstGeom>
        </p:spPr>
      </p:pic>
      <p:pic>
        <p:nvPicPr>
          <p:cNvPr id="13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5FB18FAC-1C50-5FD3-7843-DC08E7C74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93FF8E-0A39-91EB-7DDF-FD65F89F7C0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665" y="274544"/>
            <a:ext cx="1166975" cy="62759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D2CD2CA-7D09-D30E-A249-0CABD88D44E1}"/>
              </a:ext>
            </a:extLst>
          </p:cNvPr>
          <p:cNvSpPr txBox="1"/>
          <p:nvPr/>
        </p:nvSpPr>
        <p:spPr>
          <a:xfrm>
            <a:off x="5035851" y="71144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MySQL SERVER</a:t>
            </a:r>
          </a:p>
        </p:txBody>
      </p:sp>
    </p:spTree>
    <p:extLst>
      <p:ext uri="{BB962C8B-B14F-4D97-AF65-F5344CB8AC3E}">
        <p14:creationId xmlns:p14="http://schemas.microsoft.com/office/powerpoint/2010/main" val="3783009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8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33B4876D-1173-DE89-3564-F5E7EC69B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BCC6D6-5E7C-B903-499E-A4802587F45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665" y="274544"/>
            <a:ext cx="1166975" cy="6275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251390-5AB6-8EFA-3C92-78C4BF4FF6F1}"/>
              </a:ext>
            </a:extLst>
          </p:cNvPr>
          <p:cNvSpPr txBox="1"/>
          <p:nvPr/>
        </p:nvSpPr>
        <p:spPr>
          <a:xfrm>
            <a:off x="5035851" y="71144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MySQL SERVER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D711DA-3DC4-687E-AC96-53CF7C0BD349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484520-8E9F-440C-1F69-BEA7148B0D1A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A3C9C0B-0AA2-D9F6-E0E2-A6DD379551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50" y="2065406"/>
            <a:ext cx="10434938" cy="462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919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8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F29491-CB68-43C3-CB0F-4F22B124A357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SQL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11EB91-DCD4-5793-3BBB-87596BA01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1" y="123823"/>
            <a:ext cx="434013" cy="584775"/>
          </a:xfrm>
          <a:prstGeom prst="rect">
            <a:avLst/>
          </a:prstGeom>
          <a:effectLst>
            <a:glow rad="63500">
              <a:schemeClr val="bg1">
                <a:alpha val="23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6FFF0D-534C-EA59-82C0-B7A6ADCFFF2D}"/>
              </a:ext>
            </a:extLst>
          </p:cNvPr>
          <p:cNvSpPr txBox="1"/>
          <p:nvPr/>
        </p:nvSpPr>
        <p:spPr>
          <a:xfrm>
            <a:off x="552451" y="818455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E99AC9-119D-DA78-6714-625894CE7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50" y="2065406"/>
            <a:ext cx="10434938" cy="462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664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8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70A8D0-DD9D-B3E5-E71D-B5A9E785F11F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B0F0"/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B72C05-53B5-49FB-7403-C465C0A421E2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A6A957-2291-2D85-E3BB-36CD4CCFB069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00B0F0"/>
                </a:solidFill>
                <a:latin typeface="Lato Black" panose="020F0A02020204030203" pitchFamily="34" charset="0"/>
              </a:rPr>
              <a:t>PART2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B2F46A-BE51-568A-1954-9549B3BCEA7A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Lato Black" panose="020F0A02020204030203" pitchFamily="34" charset="0"/>
              </a:rPr>
              <a:t>POWER BI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7865DD8-274E-2A40-97B8-6CFC5F35C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9" y="4399579"/>
            <a:ext cx="3619260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891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8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2F050C2-AC7D-B106-BB5D-E813CC5CBED1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A913699-2BFE-E75B-24DC-FA35D36DA60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2632CF2-EE87-CFC7-3080-03F13F6F19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CA91CAF-E804-A74B-28CE-29EF3DD293C9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83A7DB-3EB7-216C-EBE0-D801FF56913A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MySQL SERVER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A15FAEA-1750-32B8-7142-0343DFAD5B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059" y="3240262"/>
            <a:ext cx="2395930" cy="1735517"/>
          </a:xfrm>
          <a:prstGeom prst="rect">
            <a:avLst/>
          </a:prstGeom>
        </p:spPr>
      </p:pic>
      <p:pic>
        <p:nvPicPr>
          <p:cNvPr id="17" name="Picture 16" descr="Plugs connection outline symbol in a circle - Free interface icons">
            <a:extLst>
              <a:ext uri="{FF2B5EF4-FFF2-40B4-BE49-F238E27FC236}">
                <a16:creationId xmlns:a16="http://schemas.microsoft.com/office/drawing/2014/main" id="{8FBDFBF1-F753-DDD2-074E-489EB8DD26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87A4AA42-55B6-4156-8EDC-7362BC8228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6275933" y="2235472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4F25DBC-DD9D-6FB6-0DBE-5BDF891DC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767" y="2838839"/>
            <a:ext cx="4095498" cy="230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656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8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4B3270-0552-BA1D-DACC-8D96CBDE0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482" y="921802"/>
            <a:ext cx="8939035" cy="5014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2A127A-858B-817F-E8EF-66739D1CFE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507" y="185738"/>
            <a:ext cx="1039601" cy="584775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86E603-62AC-4EE4-26A0-1448C4025349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2680862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8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C1EFAF-C034-D0EA-4DED-053C9719F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913" y="940854"/>
            <a:ext cx="8916173" cy="49762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0B3B13-8653-6683-3541-F07F795E7F17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1D7110-2DB5-2561-D6EF-4D629BF020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787" y="185737"/>
            <a:ext cx="1039601" cy="58477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638347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8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4F8DCB-A1B5-F5AE-1147-6404BCBFC060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1F8011-7565-0105-599D-B9F02AE2F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787" y="185737"/>
            <a:ext cx="1039601" cy="584775"/>
          </a:xfrm>
          <a:prstGeom prst="rect">
            <a:avLst/>
          </a:prstGeom>
          <a:effectLst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3FD70A-5D6D-239D-493E-48261B642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103" y="929423"/>
            <a:ext cx="8923793" cy="499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852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8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6A82D5-D6F8-A46E-02A9-6FF14AF40672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B072F3-4E5C-794A-27DE-625F6D963DD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E3C6C0-E89B-4C78-48F5-486E5BCA2E5B}"/>
              </a:ext>
            </a:extLst>
          </p:cNvPr>
          <p:cNvSpPr txBox="1"/>
          <p:nvPr/>
        </p:nvSpPr>
        <p:spPr>
          <a:xfrm>
            <a:off x="178189" y="138184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1393444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8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B8BD22-6F92-2C8D-199C-F52231C167DD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EC80A4-C041-ED45-9CCA-48E93158076F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A442D5-5718-A4E0-22F8-A0B1404D51EF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86AAFD-AA24-E7E8-7C99-5E1AADC8F8E6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C86AAE-2854-D7BC-694C-02354B2AF221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027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8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6EDA6E-206C-A124-75BD-434A37D7DD92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932057-D8EB-F74E-F867-7873251494A3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A54A7-C9E4-CA7A-28F9-FBF94550299E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816776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8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EB743F-A925-42D4-CE55-17158191C88C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17A961-2E42-DFAF-EEDA-42FE1FA9E586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B42F52-016B-9123-E0DE-5428DC6807DA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103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8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E31F0B-6A96-2669-B514-7199E5EB9E4D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dirty="0"/>
              <a:t>FUNCTIONALITIES USED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F945B6-028F-B084-6854-442C13D3E24F}"/>
              </a:ext>
            </a:extLst>
          </p:cNvPr>
          <p:cNvSpPr txBox="1"/>
          <p:nvPr/>
        </p:nvSpPr>
        <p:spPr>
          <a:xfrm>
            <a:off x="1631335" y="767141"/>
            <a:ext cx="2663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Rockwell Extra Bold" panose="02060903040505020403" pitchFamily="18" charset="0"/>
              </a:rPr>
              <a:t>SQL – MS SQL SERVER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EBDFD9-8C53-5312-24A2-69C39A7E10AB}"/>
              </a:ext>
            </a:extLst>
          </p:cNvPr>
          <p:cNvSpPr txBox="1"/>
          <p:nvPr/>
        </p:nvSpPr>
        <p:spPr>
          <a:xfrm>
            <a:off x="6661925" y="767141"/>
            <a:ext cx="178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  <a:latin typeface="Rockwell Extra Bold" panose="02060903040505020403" pitchFamily="18" charset="0"/>
              </a:rPr>
              <a:t>POWER BI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AFF87C-37B6-3C23-8A67-A69672330DDA}"/>
              </a:ext>
            </a:extLst>
          </p:cNvPr>
          <p:cNvSpPr txBox="1"/>
          <p:nvPr/>
        </p:nvSpPr>
        <p:spPr>
          <a:xfrm>
            <a:off x="1647825" y="1144432"/>
            <a:ext cx="29090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Table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Datename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Datepart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Month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Hour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Quarter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Distinct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Partition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9023F7-8D07-56DF-01AB-D4678E252E72}"/>
              </a:ext>
            </a:extLst>
          </p:cNvPr>
          <p:cNvSpPr txBox="1"/>
          <p:nvPr/>
        </p:nvSpPr>
        <p:spPr>
          <a:xfrm>
            <a:off x="6400798" y="1140838"/>
            <a:ext cx="3048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Connecting to 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Power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Time Intelligence </a:t>
            </a:r>
            <a:r>
              <a:rPr lang="en-IN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Func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Calculate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SUM/ SUMX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Navigations</a:t>
            </a:r>
          </a:p>
        </p:txBody>
      </p:sp>
    </p:spTree>
    <p:extLst>
      <p:ext uri="{BB962C8B-B14F-4D97-AF65-F5344CB8AC3E}">
        <p14:creationId xmlns:p14="http://schemas.microsoft.com/office/powerpoint/2010/main" val="1844541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8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5B3EA2-129D-CD19-48FA-A3DA8306453E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SOFTWARE USED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D27FCC-F8A0-5C15-DF66-E13D2A146E4B}"/>
              </a:ext>
            </a:extLst>
          </p:cNvPr>
          <p:cNvSpPr txBox="1"/>
          <p:nvPr/>
        </p:nvSpPr>
        <p:spPr>
          <a:xfrm>
            <a:off x="327804" y="1366935"/>
            <a:ext cx="8648700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OFFICE/ EXCEL: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VERSION 2016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MYSQL : VERSION 8.0.46</a:t>
            </a:r>
          </a:p>
          <a:p>
            <a:endParaRPr lang="en-IN" sz="2500" b="1" dirty="0">
              <a:solidFill>
                <a:srgbClr val="FFC000"/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MYSQL WORKBENCH : VERSION 8.0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POWER BI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: SEPTEMBER 2026 Version </a:t>
            </a:r>
          </a:p>
        </p:txBody>
      </p:sp>
    </p:spTree>
    <p:extLst>
      <p:ext uri="{BB962C8B-B14F-4D97-AF65-F5344CB8AC3E}">
        <p14:creationId xmlns:p14="http://schemas.microsoft.com/office/powerpoint/2010/main" val="3239930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782</Words>
  <Application>Microsoft Office PowerPoint</Application>
  <PresentationFormat>Widescreen</PresentationFormat>
  <Paragraphs>114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Century Gothic</vt:lpstr>
      <vt:lpstr>Lato Black</vt:lpstr>
      <vt:lpstr>Rockwell Extra Bold</vt:lpstr>
      <vt:lpstr>Wingdings</vt:lpstr>
      <vt:lpstr>Office Theme</vt:lpstr>
      <vt:lpstr>DATA ANALYST PORTFOLIO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Aniruddh Kanak</dc:creator>
  <cp:lastModifiedBy>Aniruddh Kanak</cp:lastModifiedBy>
  <cp:revision>3</cp:revision>
  <dcterms:created xsi:type="dcterms:W3CDTF">2026-10-21T13:31:37Z</dcterms:created>
  <dcterms:modified xsi:type="dcterms:W3CDTF">2026-10-23T07:57:41Z</dcterms:modified>
</cp:coreProperties>
</file>